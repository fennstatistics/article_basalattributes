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2" r:id="rId1"/>
  </p:sldMasterIdLst>
  <p:sldIdLst>
    <p:sldId id="268" r:id="rId2"/>
  </p:sldIdLst>
  <p:sldSz cx="9018588" cy="7920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9D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6197"/>
  </p:normalViewPr>
  <p:slideViewPr>
    <p:cSldViewPr snapToGrid="0">
      <p:cViewPr varScale="1">
        <p:scale>
          <a:sx n="93" d="100"/>
          <a:sy n="93" d="100"/>
        </p:scale>
        <p:origin x="14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6394" y="1296173"/>
            <a:ext cx="7665800" cy="2757347"/>
          </a:xfrm>
        </p:spPr>
        <p:txBody>
          <a:bodyPr anchor="b"/>
          <a:lstStyle>
            <a:lvl1pPr algn="ctr">
              <a:defRPr sz="591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7324" y="4159854"/>
            <a:ext cx="6763941" cy="1912175"/>
          </a:xfrm>
        </p:spPr>
        <p:txBody>
          <a:bodyPr/>
          <a:lstStyle>
            <a:lvl1pPr marL="0" indent="0" algn="ctr">
              <a:buNone/>
              <a:defRPr sz="2367"/>
            </a:lvl1pPr>
            <a:lvl2pPr marL="450936" indent="0" algn="ctr">
              <a:buNone/>
              <a:defRPr sz="1973"/>
            </a:lvl2pPr>
            <a:lvl3pPr marL="901873" indent="0" algn="ctr">
              <a:buNone/>
              <a:defRPr sz="1775"/>
            </a:lvl3pPr>
            <a:lvl4pPr marL="1352809" indent="0" algn="ctr">
              <a:buNone/>
              <a:defRPr sz="1578"/>
            </a:lvl4pPr>
            <a:lvl5pPr marL="1803745" indent="0" algn="ctr">
              <a:buNone/>
              <a:defRPr sz="1578"/>
            </a:lvl5pPr>
            <a:lvl6pPr marL="2254682" indent="0" algn="ctr">
              <a:buNone/>
              <a:defRPr sz="1578"/>
            </a:lvl6pPr>
            <a:lvl7pPr marL="2705618" indent="0" algn="ctr">
              <a:buNone/>
              <a:defRPr sz="1578"/>
            </a:lvl7pPr>
            <a:lvl8pPr marL="3156555" indent="0" algn="ctr">
              <a:buNone/>
              <a:defRPr sz="1578"/>
            </a:lvl8pPr>
            <a:lvl9pPr marL="3607491" indent="0" algn="ctr">
              <a:buNone/>
              <a:defRPr sz="1578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542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177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331" y="1974512"/>
            <a:ext cx="7778532" cy="3294515"/>
          </a:xfrm>
        </p:spPr>
        <p:txBody>
          <a:bodyPr anchor="b"/>
          <a:lstStyle>
            <a:lvl1pPr>
              <a:defRPr sz="591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5331" y="5300194"/>
            <a:ext cx="7778532" cy="1732508"/>
          </a:xfrm>
        </p:spPr>
        <p:txBody>
          <a:bodyPr/>
          <a:lstStyle>
            <a:lvl1pPr marL="0" indent="0">
              <a:buNone/>
              <a:defRPr sz="2367">
                <a:solidFill>
                  <a:schemeClr val="tx1"/>
                </a:solidFill>
              </a:defRPr>
            </a:lvl1pPr>
            <a:lvl2pPr marL="450936" indent="0">
              <a:buNone/>
              <a:defRPr sz="1973">
                <a:solidFill>
                  <a:schemeClr val="tx1">
                    <a:tint val="75000"/>
                  </a:schemeClr>
                </a:solidFill>
              </a:defRPr>
            </a:lvl2pPr>
            <a:lvl3pPr marL="901873" indent="0">
              <a:buNone/>
              <a:defRPr sz="1775">
                <a:solidFill>
                  <a:schemeClr val="tx1">
                    <a:tint val="75000"/>
                  </a:schemeClr>
                </a:solidFill>
              </a:defRPr>
            </a:lvl3pPr>
            <a:lvl4pPr marL="1352809" indent="0">
              <a:buNone/>
              <a:defRPr sz="1578">
                <a:solidFill>
                  <a:schemeClr val="tx1">
                    <a:tint val="75000"/>
                  </a:schemeClr>
                </a:solidFill>
              </a:defRPr>
            </a:lvl4pPr>
            <a:lvl5pPr marL="1803745" indent="0">
              <a:buNone/>
              <a:defRPr sz="1578">
                <a:solidFill>
                  <a:schemeClr val="tx1">
                    <a:tint val="75000"/>
                  </a:schemeClr>
                </a:solidFill>
              </a:defRPr>
            </a:lvl5pPr>
            <a:lvl6pPr marL="2254682" indent="0">
              <a:buNone/>
              <a:defRPr sz="1578">
                <a:solidFill>
                  <a:schemeClr val="tx1">
                    <a:tint val="75000"/>
                  </a:schemeClr>
                </a:solidFill>
              </a:defRPr>
            </a:lvl6pPr>
            <a:lvl7pPr marL="2705618" indent="0">
              <a:buNone/>
              <a:defRPr sz="1578">
                <a:solidFill>
                  <a:schemeClr val="tx1">
                    <a:tint val="75000"/>
                  </a:schemeClr>
                </a:solidFill>
              </a:defRPr>
            </a:lvl7pPr>
            <a:lvl8pPr marL="3156555" indent="0">
              <a:buNone/>
              <a:defRPr sz="1578">
                <a:solidFill>
                  <a:schemeClr val="tx1">
                    <a:tint val="75000"/>
                  </a:schemeClr>
                </a:solidFill>
              </a:defRPr>
            </a:lvl8pPr>
            <a:lvl9pPr marL="3607491" indent="0">
              <a:buNone/>
              <a:defRPr sz="157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940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0028" y="2108344"/>
            <a:ext cx="3832900" cy="502519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65660" y="2108344"/>
            <a:ext cx="3832900" cy="502519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543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203" y="421671"/>
            <a:ext cx="7778532" cy="153084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204" y="1941510"/>
            <a:ext cx="3815285" cy="951504"/>
          </a:xfrm>
        </p:spPr>
        <p:txBody>
          <a:bodyPr anchor="b"/>
          <a:lstStyle>
            <a:lvl1pPr marL="0" indent="0">
              <a:buNone/>
              <a:defRPr sz="2367" b="1"/>
            </a:lvl1pPr>
            <a:lvl2pPr marL="450936" indent="0">
              <a:buNone/>
              <a:defRPr sz="1973" b="1"/>
            </a:lvl2pPr>
            <a:lvl3pPr marL="901873" indent="0">
              <a:buNone/>
              <a:defRPr sz="1775" b="1"/>
            </a:lvl3pPr>
            <a:lvl4pPr marL="1352809" indent="0">
              <a:buNone/>
              <a:defRPr sz="1578" b="1"/>
            </a:lvl4pPr>
            <a:lvl5pPr marL="1803745" indent="0">
              <a:buNone/>
              <a:defRPr sz="1578" b="1"/>
            </a:lvl5pPr>
            <a:lvl6pPr marL="2254682" indent="0">
              <a:buNone/>
              <a:defRPr sz="1578" b="1"/>
            </a:lvl6pPr>
            <a:lvl7pPr marL="2705618" indent="0">
              <a:buNone/>
              <a:defRPr sz="1578" b="1"/>
            </a:lvl7pPr>
            <a:lvl8pPr marL="3156555" indent="0">
              <a:buNone/>
              <a:defRPr sz="1578" b="1"/>
            </a:lvl8pPr>
            <a:lvl9pPr marL="3607491" indent="0">
              <a:buNone/>
              <a:defRPr sz="1578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204" y="2893014"/>
            <a:ext cx="3815285" cy="42551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5660" y="1941510"/>
            <a:ext cx="3834075" cy="951504"/>
          </a:xfrm>
        </p:spPr>
        <p:txBody>
          <a:bodyPr anchor="b"/>
          <a:lstStyle>
            <a:lvl1pPr marL="0" indent="0">
              <a:buNone/>
              <a:defRPr sz="2367" b="1"/>
            </a:lvl1pPr>
            <a:lvl2pPr marL="450936" indent="0">
              <a:buNone/>
              <a:defRPr sz="1973" b="1"/>
            </a:lvl2pPr>
            <a:lvl3pPr marL="901873" indent="0">
              <a:buNone/>
              <a:defRPr sz="1775" b="1"/>
            </a:lvl3pPr>
            <a:lvl4pPr marL="1352809" indent="0">
              <a:buNone/>
              <a:defRPr sz="1578" b="1"/>
            </a:lvl4pPr>
            <a:lvl5pPr marL="1803745" indent="0">
              <a:buNone/>
              <a:defRPr sz="1578" b="1"/>
            </a:lvl5pPr>
            <a:lvl6pPr marL="2254682" indent="0">
              <a:buNone/>
              <a:defRPr sz="1578" b="1"/>
            </a:lvl6pPr>
            <a:lvl7pPr marL="2705618" indent="0">
              <a:buNone/>
              <a:defRPr sz="1578" b="1"/>
            </a:lvl7pPr>
            <a:lvl8pPr marL="3156555" indent="0">
              <a:buNone/>
              <a:defRPr sz="1578" b="1"/>
            </a:lvl8pPr>
            <a:lvl9pPr marL="3607491" indent="0">
              <a:buNone/>
              <a:defRPr sz="1578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65660" y="2893014"/>
            <a:ext cx="3834075" cy="42551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423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774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993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203" y="528002"/>
            <a:ext cx="2908729" cy="1848009"/>
          </a:xfrm>
        </p:spPr>
        <p:txBody>
          <a:bodyPr anchor="b"/>
          <a:lstStyle>
            <a:lvl1pPr>
              <a:defRPr sz="315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4075" y="1140341"/>
            <a:ext cx="4565660" cy="5628360"/>
          </a:xfrm>
        </p:spPr>
        <p:txBody>
          <a:bodyPr/>
          <a:lstStyle>
            <a:lvl1pPr>
              <a:defRPr sz="3156"/>
            </a:lvl1pPr>
            <a:lvl2pPr>
              <a:defRPr sz="2762"/>
            </a:lvl2pPr>
            <a:lvl3pPr>
              <a:defRPr sz="2367"/>
            </a:lvl3pPr>
            <a:lvl4pPr>
              <a:defRPr sz="1973"/>
            </a:lvl4pPr>
            <a:lvl5pPr>
              <a:defRPr sz="1973"/>
            </a:lvl5pPr>
            <a:lvl6pPr>
              <a:defRPr sz="1973"/>
            </a:lvl6pPr>
            <a:lvl7pPr>
              <a:defRPr sz="1973"/>
            </a:lvl7pPr>
            <a:lvl8pPr>
              <a:defRPr sz="1973"/>
            </a:lvl8pPr>
            <a:lvl9pPr>
              <a:defRPr sz="1973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1203" y="2376011"/>
            <a:ext cx="2908729" cy="4401855"/>
          </a:xfrm>
        </p:spPr>
        <p:txBody>
          <a:bodyPr/>
          <a:lstStyle>
            <a:lvl1pPr marL="0" indent="0">
              <a:buNone/>
              <a:defRPr sz="1578"/>
            </a:lvl1pPr>
            <a:lvl2pPr marL="450936" indent="0">
              <a:buNone/>
              <a:defRPr sz="1381"/>
            </a:lvl2pPr>
            <a:lvl3pPr marL="901873" indent="0">
              <a:buNone/>
              <a:defRPr sz="1184"/>
            </a:lvl3pPr>
            <a:lvl4pPr marL="1352809" indent="0">
              <a:buNone/>
              <a:defRPr sz="986"/>
            </a:lvl4pPr>
            <a:lvl5pPr marL="1803745" indent="0">
              <a:buNone/>
              <a:defRPr sz="986"/>
            </a:lvl5pPr>
            <a:lvl6pPr marL="2254682" indent="0">
              <a:buNone/>
              <a:defRPr sz="986"/>
            </a:lvl6pPr>
            <a:lvl7pPr marL="2705618" indent="0">
              <a:buNone/>
              <a:defRPr sz="986"/>
            </a:lvl7pPr>
            <a:lvl8pPr marL="3156555" indent="0">
              <a:buNone/>
              <a:defRPr sz="986"/>
            </a:lvl8pPr>
            <a:lvl9pPr marL="3607491" indent="0">
              <a:buNone/>
              <a:defRPr sz="986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692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203" y="528002"/>
            <a:ext cx="2908729" cy="1848009"/>
          </a:xfrm>
        </p:spPr>
        <p:txBody>
          <a:bodyPr anchor="b"/>
          <a:lstStyle>
            <a:lvl1pPr>
              <a:defRPr sz="315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34075" y="1140341"/>
            <a:ext cx="4565660" cy="5628360"/>
          </a:xfrm>
        </p:spPr>
        <p:txBody>
          <a:bodyPr anchor="t"/>
          <a:lstStyle>
            <a:lvl1pPr marL="0" indent="0">
              <a:buNone/>
              <a:defRPr sz="3156"/>
            </a:lvl1pPr>
            <a:lvl2pPr marL="450936" indent="0">
              <a:buNone/>
              <a:defRPr sz="2762"/>
            </a:lvl2pPr>
            <a:lvl3pPr marL="901873" indent="0">
              <a:buNone/>
              <a:defRPr sz="2367"/>
            </a:lvl3pPr>
            <a:lvl4pPr marL="1352809" indent="0">
              <a:buNone/>
              <a:defRPr sz="1973"/>
            </a:lvl4pPr>
            <a:lvl5pPr marL="1803745" indent="0">
              <a:buNone/>
              <a:defRPr sz="1973"/>
            </a:lvl5pPr>
            <a:lvl6pPr marL="2254682" indent="0">
              <a:buNone/>
              <a:defRPr sz="1973"/>
            </a:lvl6pPr>
            <a:lvl7pPr marL="2705618" indent="0">
              <a:buNone/>
              <a:defRPr sz="1973"/>
            </a:lvl7pPr>
            <a:lvl8pPr marL="3156555" indent="0">
              <a:buNone/>
              <a:defRPr sz="1973"/>
            </a:lvl8pPr>
            <a:lvl9pPr marL="3607491" indent="0">
              <a:buNone/>
              <a:defRPr sz="1973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1203" y="2376011"/>
            <a:ext cx="2908729" cy="4401855"/>
          </a:xfrm>
        </p:spPr>
        <p:txBody>
          <a:bodyPr/>
          <a:lstStyle>
            <a:lvl1pPr marL="0" indent="0">
              <a:buNone/>
              <a:defRPr sz="1578"/>
            </a:lvl1pPr>
            <a:lvl2pPr marL="450936" indent="0">
              <a:buNone/>
              <a:defRPr sz="1381"/>
            </a:lvl2pPr>
            <a:lvl3pPr marL="901873" indent="0">
              <a:buNone/>
              <a:defRPr sz="1184"/>
            </a:lvl3pPr>
            <a:lvl4pPr marL="1352809" indent="0">
              <a:buNone/>
              <a:defRPr sz="986"/>
            </a:lvl4pPr>
            <a:lvl5pPr marL="1803745" indent="0">
              <a:buNone/>
              <a:defRPr sz="986"/>
            </a:lvl5pPr>
            <a:lvl6pPr marL="2254682" indent="0">
              <a:buNone/>
              <a:defRPr sz="986"/>
            </a:lvl6pPr>
            <a:lvl7pPr marL="2705618" indent="0">
              <a:buNone/>
              <a:defRPr sz="986"/>
            </a:lvl7pPr>
            <a:lvl8pPr marL="3156555" indent="0">
              <a:buNone/>
              <a:defRPr sz="986"/>
            </a:lvl8pPr>
            <a:lvl9pPr marL="3607491" indent="0">
              <a:buNone/>
              <a:defRPr sz="986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669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310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53928" y="421669"/>
            <a:ext cx="1944633" cy="6711866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0028" y="421669"/>
            <a:ext cx="5721167" cy="6711866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8342-571A-6841-AC1D-E620118845AD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482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0028" y="421671"/>
            <a:ext cx="7778532" cy="1530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0028" y="2108344"/>
            <a:ext cx="7778532" cy="5025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0028" y="7340703"/>
            <a:ext cx="2029182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88342-571A-6841-AC1D-E620118845AD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7408" y="7340703"/>
            <a:ext cx="3043773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69378" y="7340703"/>
            <a:ext cx="2029182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9C65A-D570-CC48-8EEA-8248A927885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676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901873" rtl="0" eaLnBrk="1" latinLnBrk="0" hangingPunct="1">
        <a:lnSpc>
          <a:spcPct val="90000"/>
        </a:lnSpc>
        <a:spcBef>
          <a:spcPct val="0"/>
        </a:spcBef>
        <a:buNone/>
        <a:defRPr sz="43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5468" indent="-225468" algn="l" defTabSz="901873" rtl="0" eaLnBrk="1" latinLnBrk="0" hangingPunct="1">
        <a:lnSpc>
          <a:spcPct val="90000"/>
        </a:lnSpc>
        <a:spcBef>
          <a:spcPts val="986"/>
        </a:spcBef>
        <a:buFont typeface="Arial" panose="020B0604020202020204" pitchFamily="34" charset="0"/>
        <a:buChar char="•"/>
        <a:defRPr sz="2762" kern="1200">
          <a:solidFill>
            <a:schemeClr val="tx1"/>
          </a:solidFill>
          <a:latin typeface="+mn-lt"/>
          <a:ea typeface="+mn-ea"/>
          <a:cs typeface="+mn-cs"/>
        </a:defRPr>
      </a:lvl1pPr>
      <a:lvl2pPr marL="676405" indent="-225468" algn="l" defTabSz="901873" rtl="0" eaLnBrk="1" latinLnBrk="0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2367" kern="1200">
          <a:solidFill>
            <a:schemeClr val="tx1"/>
          </a:solidFill>
          <a:latin typeface="+mn-lt"/>
          <a:ea typeface="+mn-ea"/>
          <a:cs typeface="+mn-cs"/>
        </a:defRPr>
      </a:lvl2pPr>
      <a:lvl3pPr marL="1127341" indent="-225468" algn="l" defTabSz="901873" rtl="0" eaLnBrk="1" latinLnBrk="0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973" kern="1200">
          <a:solidFill>
            <a:schemeClr val="tx1"/>
          </a:solidFill>
          <a:latin typeface="+mn-lt"/>
          <a:ea typeface="+mn-ea"/>
          <a:cs typeface="+mn-cs"/>
        </a:defRPr>
      </a:lvl3pPr>
      <a:lvl4pPr marL="1578277" indent="-225468" algn="l" defTabSz="901873" rtl="0" eaLnBrk="1" latinLnBrk="0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75" kern="1200">
          <a:solidFill>
            <a:schemeClr val="tx1"/>
          </a:solidFill>
          <a:latin typeface="+mn-lt"/>
          <a:ea typeface="+mn-ea"/>
          <a:cs typeface="+mn-cs"/>
        </a:defRPr>
      </a:lvl4pPr>
      <a:lvl5pPr marL="2029214" indent="-225468" algn="l" defTabSz="901873" rtl="0" eaLnBrk="1" latinLnBrk="0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75" kern="1200">
          <a:solidFill>
            <a:schemeClr val="tx1"/>
          </a:solidFill>
          <a:latin typeface="+mn-lt"/>
          <a:ea typeface="+mn-ea"/>
          <a:cs typeface="+mn-cs"/>
        </a:defRPr>
      </a:lvl5pPr>
      <a:lvl6pPr marL="2480150" indent="-225468" algn="l" defTabSz="901873" rtl="0" eaLnBrk="1" latinLnBrk="0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75" kern="1200">
          <a:solidFill>
            <a:schemeClr val="tx1"/>
          </a:solidFill>
          <a:latin typeface="+mn-lt"/>
          <a:ea typeface="+mn-ea"/>
          <a:cs typeface="+mn-cs"/>
        </a:defRPr>
      </a:lvl6pPr>
      <a:lvl7pPr marL="2931086" indent="-225468" algn="l" defTabSz="901873" rtl="0" eaLnBrk="1" latinLnBrk="0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75" kern="1200">
          <a:solidFill>
            <a:schemeClr val="tx1"/>
          </a:solidFill>
          <a:latin typeface="+mn-lt"/>
          <a:ea typeface="+mn-ea"/>
          <a:cs typeface="+mn-cs"/>
        </a:defRPr>
      </a:lvl7pPr>
      <a:lvl8pPr marL="3382023" indent="-225468" algn="l" defTabSz="901873" rtl="0" eaLnBrk="1" latinLnBrk="0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75" kern="1200">
          <a:solidFill>
            <a:schemeClr val="tx1"/>
          </a:solidFill>
          <a:latin typeface="+mn-lt"/>
          <a:ea typeface="+mn-ea"/>
          <a:cs typeface="+mn-cs"/>
        </a:defRPr>
      </a:lvl8pPr>
      <a:lvl9pPr marL="3832959" indent="-225468" algn="l" defTabSz="901873" rtl="0" eaLnBrk="1" latinLnBrk="0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1873" rtl="0" eaLnBrk="1" latinLnBrk="0" hangingPunct="1">
        <a:defRPr sz="1775" kern="1200">
          <a:solidFill>
            <a:schemeClr val="tx1"/>
          </a:solidFill>
          <a:latin typeface="+mn-lt"/>
          <a:ea typeface="+mn-ea"/>
          <a:cs typeface="+mn-cs"/>
        </a:defRPr>
      </a:lvl1pPr>
      <a:lvl2pPr marL="450936" algn="l" defTabSz="901873" rtl="0" eaLnBrk="1" latinLnBrk="0" hangingPunct="1">
        <a:defRPr sz="1775" kern="1200">
          <a:solidFill>
            <a:schemeClr val="tx1"/>
          </a:solidFill>
          <a:latin typeface="+mn-lt"/>
          <a:ea typeface="+mn-ea"/>
          <a:cs typeface="+mn-cs"/>
        </a:defRPr>
      </a:lvl2pPr>
      <a:lvl3pPr marL="901873" algn="l" defTabSz="901873" rtl="0" eaLnBrk="1" latinLnBrk="0" hangingPunct="1">
        <a:defRPr sz="1775" kern="1200">
          <a:solidFill>
            <a:schemeClr val="tx1"/>
          </a:solidFill>
          <a:latin typeface="+mn-lt"/>
          <a:ea typeface="+mn-ea"/>
          <a:cs typeface="+mn-cs"/>
        </a:defRPr>
      </a:lvl3pPr>
      <a:lvl4pPr marL="1352809" algn="l" defTabSz="901873" rtl="0" eaLnBrk="1" latinLnBrk="0" hangingPunct="1">
        <a:defRPr sz="1775" kern="1200">
          <a:solidFill>
            <a:schemeClr val="tx1"/>
          </a:solidFill>
          <a:latin typeface="+mn-lt"/>
          <a:ea typeface="+mn-ea"/>
          <a:cs typeface="+mn-cs"/>
        </a:defRPr>
      </a:lvl4pPr>
      <a:lvl5pPr marL="1803745" algn="l" defTabSz="901873" rtl="0" eaLnBrk="1" latinLnBrk="0" hangingPunct="1">
        <a:defRPr sz="1775" kern="1200">
          <a:solidFill>
            <a:schemeClr val="tx1"/>
          </a:solidFill>
          <a:latin typeface="+mn-lt"/>
          <a:ea typeface="+mn-ea"/>
          <a:cs typeface="+mn-cs"/>
        </a:defRPr>
      </a:lvl5pPr>
      <a:lvl6pPr marL="2254682" algn="l" defTabSz="901873" rtl="0" eaLnBrk="1" latinLnBrk="0" hangingPunct="1">
        <a:defRPr sz="1775" kern="1200">
          <a:solidFill>
            <a:schemeClr val="tx1"/>
          </a:solidFill>
          <a:latin typeface="+mn-lt"/>
          <a:ea typeface="+mn-ea"/>
          <a:cs typeface="+mn-cs"/>
        </a:defRPr>
      </a:lvl6pPr>
      <a:lvl7pPr marL="2705618" algn="l" defTabSz="901873" rtl="0" eaLnBrk="1" latinLnBrk="0" hangingPunct="1">
        <a:defRPr sz="1775" kern="1200">
          <a:solidFill>
            <a:schemeClr val="tx1"/>
          </a:solidFill>
          <a:latin typeface="+mn-lt"/>
          <a:ea typeface="+mn-ea"/>
          <a:cs typeface="+mn-cs"/>
        </a:defRPr>
      </a:lvl7pPr>
      <a:lvl8pPr marL="3156555" algn="l" defTabSz="901873" rtl="0" eaLnBrk="1" latinLnBrk="0" hangingPunct="1">
        <a:defRPr sz="1775" kern="1200">
          <a:solidFill>
            <a:schemeClr val="tx1"/>
          </a:solidFill>
          <a:latin typeface="+mn-lt"/>
          <a:ea typeface="+mn-ea"/>
          <a:cs typeface="+mn-cs"/>
        </a:defRPr>
      </a:lvl8pPr>
      <a:lvl9pPr marL="3607491" algn="l" defTabSz="901873" rtl="0" eaLnBrk="1" latinLnBrk="0" hangingPunct="1">
        <a:defRPr sz="17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2ED1F704-6712-4A07-A48C-AF1F1270A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010" y="2730187"/>
            <a:ext cx="3418228" cy="153685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566D3EFB-6545-D8CF-0461-C5D247354160}"/>
              </a:ext>
            </a:extLst>
          </p:cNvPr>
          <p:cNvSpPr txBox="1"/>
          <p:nvPr/>
        </p:nvSpPr>
        <p:spPr>
          <a:xfrm>
            <a:off x="1334845" y="155054"/>
            <a:ext cx="6895933" cy="369332"/>
          </a:xfrm>
          <a:prstGeom prst="rect">
            <a:avLst/>
          </a:prstGeom>
          <a:noFill/>
          <a:ln>
            <a:solidFill>
              <a:srgbClr val="859DB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Part I: create a list of basal attributes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C872D7AC-71BF-48A3-AA90-B6F4B2406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1" y="553995"/>
            <a:ext cx="675301" cy="629605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F6DFE8AA-5343-476E-9089-04317C3FA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74" y="1397088"/>
            <a:ext cx="675301" cy="601721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5099FC0A-EBEB-4F0A-9C19-9D5A63A992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464" y="555452"/>
            <a:ext cx="675301" cy="628149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D20CA2B6-F8C5-4CCB-BC39-DDCC74EA90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0255" y="1438550"/>
            <a:ext cx="675301" cy="642834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71EFAF97-EFA9-405C-A011-1A1A528867D0}"/>
              </a:ext>
            </a:extLst>
          </p:cNvPr>
          <p:cNvSpPr txBox="1"/>
          <p:nvPr/>
        </p:nvSpPr>
        <p:spPr>
          <a:xfrm>
            <a:off x="1069607" y="557110"/>
            <a:ext cx="32062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(a) Conducted 14 guided expert interviews to create an initial list of basal attributes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0E147344-610B-40EF-B531-7BC369C1C066}"/>
              </a:ext>
            </a:extLst>
          </p:cNvPr>
          <p:cNvSpPr txBox="1"/>
          <p:nvPr/>
        </p:nvSpPr>
        <p:spPr>
          <a:xfrm>
            <a:off x="1069607" y="1396857"/>
            <a:ext cx="30280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(b) Reduced initial lists by three raters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91528C27-1D04-4CC4-B1D9-17BBF581A40E}"/>
              </a:ext>
            </a:extLst>
          </p:cNvPr>
          <p:cNvSpPr txBox="1"/>
          <p:nvPr/>
        </p:nvSpPr>
        <p:spPr>
          <a:xfrm>
            <a:off x="5338930" y="542543"/>
            <a:ext cx="34431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(c) Got ratings of 21 experts for (a) the relevance of remaining basal attributes and (b) possible missing's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9957653B-09CA-4A24-9D05-F094078FB1CE}"/>
              </a:ext>
            </a:extLst>
          </p:cNvPr>
          <p:cNvSpPr txBox="1"/>
          <p:nvPr/>
        </p:nvSpPr>
        <p:spPr>
          <a:xfrm>
            <a:off x="5305556" y="1373055"/>
            <a:ext cx="34431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(d) Automatically scanned all </a:t>
            </a:r>
            <a:r>
              <a:rPr lang="en-US" sz="1600" i="1" dirty="0" err="1"/>
              <a:t>liv</a:t>
            </a:r>
            <a:r>
              <a:rPr lang="en-US" sz="1600" dirty="0" err="1"/>
              <a:t>MatS</a:t>
            </a:r>
            <a:r>
              <a:rPr lang="en-US" sz="1600" dirty="0"/>
              <a:t> for possible relevant adjectives using part-of-speech tagging</a:t>
            </a:r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F6602272-0412-484E-A7CE-B509D60DD3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594" y="2828815"/>
            <a:ext cx="1216754" cy="981463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CE8993E3-5E3B-4441-8BC2-3A7749BCEE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3421" y="2553194"/>
            <a:ext cx="1476485" cy="999203"/>
          </a:xfrm>
          <a:prstGeom prst="rect">
            <a:avLst/>
          </a:prstGeom>
        </p:spPr>
      </p:pic>
      <p:sp>
        <p:nvSpPr>
          <p:cNvPr id="43" name="Textfeld 42">
            <a:extLst>
              <a:ext uri="{FF2B5EF4-FFF2-40B4-BE49-F238E27FC236}">
                <a16:creationId xmlns:a16="http://schemas.microsoft.com/office/drawing/2014/main" id="{6E5894FD-85BA-438C-8674-91396161199D}"/>
              </a:ext>
            </a:extLst>
          </p:cNvPr>
          <p:cNvSpPr txBox="1"/>
          <p:nvPr/>
        </p:nvSpPr>
        <p:spPr>
          <a:xfrm>
            <a:off x="218621" y="4569667"/>
            <a:ext cx="28877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Conducted large-scale CAM study with N=192 laypersons</a:t>
            </a:r>
          </a:p>
        </p:txBody>
      </p:sp>
      <p:pic>
        <p:nvPicPr>
          <p:cNvPr id="42" name="Grafik 41">
            <a:extLst>
              <a:ext uri="{FF2B5EF4-FFF2-40B4-BE49-F238E27FC236}">
                <a16:creationId xmlns:a16="http://schemas.microsoft.com/office/drawing/2014/main" id="{9214140C-CF78-4FED-8924-EF4EC389954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54899" y="3554703"/>
            <a:ext cx="1476487" cy="1006379"/>
          </a:xfrm>
          <a:prstGeom prst="rect">
            <a:avLst/>
          </a:prstGeom>
        </p:spPr>
      </p:pic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5C426DA4-ED6C-449D-94C8-E85619B21B96}"/>
              </a:ext>
            </a:extLst>
          </p:cNvPr>
          <p:cNvSpPr/>
          <p:nvPr/>
        </p:nvSpPr>
        <p:spPr>
          <a:xfrm>
            <a:off x="3236378" y="2884801"/>
            <a:ext cx="2161225" cy="49466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DC0A12C5-C302-40AF-B8B5-5EE586242C6E}"/>
              </a:ext>
            </a:extLst>
          </p:cNvPr>
          <p:cNvSpPr txBox="1"/>
          <p:nvPr/>
        </p:nvSpPr>
        <p:spPr>
          <a:xfrm>
            <a:off x="3120416" y="3578863"/>
            <a:ext cx="29991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Applied analyses on different levels of the CAMs, using especially community detection algorithms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B04DE143-44C3-4515-927F-FB4988FB5F89}"/>
              </a:ext>
            </a:extLst>
          </p:cNvPr>
          <p:cNvSpPr txBox="1"/>
          <p:nvPr/>
        </p:nvSpPr>
        <p:spPr>
          <a:xfrm>
            <a:off x="6280551" y="4267591"/>
            <a:ext cx="28560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Identified clusters of basal attributes surrounding the central concept</a:t>
            </a:r>
          </a:p>
        </p:txBody>
      </p:sp>
      <p:pic>
        <p:nvPicPr>
          <p:cNvPr id="47" name="Google Shape;536;p77">
            <a:extLst>
              <a:ext uri="{FF2B5EF4-FFF2-40B4-BE49-F238E27FC236}">
                <a16:creationId xmlns:a16="http://schemas.microsoft.com/office/drawing/2014/main" id="{B921DBB6-10E7-44C4-8149-D22A268D3ED1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6707" y="5534365"/>
            <a:ext cx="1621241" cy="111412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Textfeld 47">
            <a:extLst>
              <a:ext uri="{FF2B5EF4-FFF2-40B4-BE49-F238E27FC236}">
                <a16:creationId xmlns:a16="http://schemas.microsoft.com/office/drawing/2014/main" id="{01DFB9B9-8522-4A4D-9F38-A663EDE77C22}"/>
              </a:ext>
            </a:extLst>
          </p:cNvPr>
          <p:cNvSpPr txBox="1"/>
          <p:nvPr/>
        </p:nvSpPr>
        <p:spPr>
          <a:xfrm>
            <a:off x="97338" y="6687766"/>
            <a:ext cx="24435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Applied LLMs to create textual descriptions of future material systems using identified clusters</a:t>
            </a:r>
          </a:p>
        </p:txBody>
      </p:sp>
      <p:pic>
        <p:nvPicPr>
          <p:cNvPr id="50" name="Grafik 49">
            <a:extLst>
              <a:ext uri="{FF2B5EF4-FFF2-40B4-BE49-F238E27FC236}">
                <a16:creationId xmlns:a16="http://schemas.microsoft.com/office/drawing/2014/main" id="{211C4020-E26B-4BCE-98D1-7916C6ECF9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828" y="5593547"/>
            <a:ext cx="610447" cy="543934"/>
          </a:xfrm>
          <a:prstGeom prst="rect">
            <a:avLst/>
          </a:prstGeom>
        </p:spPr>
      </p:pic>
      <p:sp>
        <p:nvSpPr>
          <p:cNvPr id="51" name="Textfeld 50">
            <a:extLst>
              <a:ext uri="{FF2B5EF4-FFF2-40B4-BE49-F238E27FC236}">
                <a16:creationId xmlns:a16="http://schemas.microsoft.com/office/drawing/2014/main" id="{F7349AE2-5717-41DA-A556-0976A2F4E210}"/>
              </a:ext>
            </a:extLst>
          </p:cNvPr>
          <p:cNvSpPr txBox="1"/>
          <p:nvPr/>
        </p:nvSpPr>
        <p:spPr>
          <a:xfrm>
            <a:off x="6442092" y="5555168"/>
            <a:ext cx="23065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Used ratings of </a:t>
            </a:r>
            <a:r>
              <a:rPr lang="en-US" sz="1600" dirty="0">
                <a:highlight>
                  <a:srgbClr val="FFFF00"/>
                </a:highlight>
              </a:rPr>
              <a:t>X</a:t>
            </a:r>
            <a:r>
              <a:rPr lang="en-US" sz="1600" dirty="0"/>
              <a:t> experts to check the plausibility of textual descriptions</a:t>
            </a:r>
          </a:p>
        </p:txBody>
      </p:sp>
      <p:sp>
        <p:nvSpPr>
          <p:cNvPr id="52" name="Pfeil: nach rechts 51">
            <a:extLst>
              <a:ext uri="{FF2B5EF4-FFF2-40B4-BE49-F238E27FC236}">
                <a16:creationId xmlns:a16="http://schemas.microsoft.com/office/drawing/2014/main" id="{23A44A97-4160-434C-9736-13B50990A1EC}"/>
              </a:ext>
            </a:extLst>
          </p:cNvPr>
          <p:cNvSpPr/>
          <p:nvPr/>
        </p:nvSpPr>
        <p:spPr>
          <a:xfrm rot="19535916">
            <a:off x="5205241" y="6056655"/>
            <a:ext cx="1221257" cy="47518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53" name="Grafik 52">
            <a:extLst>
              <a:ext uri="{FF2B5EF4-FFF2-40B4-BE49-F238E27FC236}">
                <a16:creationId xmlns:a16="http://schemas.microsoft.com/office/drawing/2014/main" id="{3263AEDA-C279-4561-9103-5706A3AD4F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598" y="6371861"/>
            <a:ext cx="521328" cy="484927"/>
          </a:xfrm>
          <a:prstGeom prst="rect">
            <a:avLst/>
          </a:prstGeom>
        </p:spPr>
      </p:pic>
      <p:sp>
        <p:nvSpPr>
          <p:cNvPr id="54" name="Pfeil: nach rechts 53">
            <a:extLst>
              <a:ext uri="{FF2B5EF4-FFF2-40B4-BE49-F238E27FC236}">
                <a16:creationId xmlns:a16="http://schemas.microsoft.com/office/drawing/2014/main" id="{41DBDFC0-585E-4D6F-A787-987DE718656C}"/>
              </a:ext>
            </a:extLst>
          </p:cNvPr>
          <p:cNvSpPr/>
          <p:nvPr/>
        </p:nvSpPr>
        <p:spPr>
          <a:xfrm rot="5400000">
            <a:off x="7066147" y="6463578"/>
            <a:ext cx="572116" cy="36981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EF92097F-88B8-4CA4-99ED-5D3F3D751939}"/>
              </a:ext>
            </a:extLst>
          </p:cNvPr>
          <p:cNvSpPr txBox="1"/>
          <p:nvPr/>
        </p:nvSpPr>
        <p:spPr>
          <a:xfrm>
            <a:off x="5872857" y="6863388"/>
            <a:ext cx="30875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Conducted large-scale study with N=</a:t>
            </a:r>
            <a:r>
              <a:rPr lang="en-US" sz="1600" dirty="0">
                <a:highlight>
                  <a:srgbClr val="FFFF00"/>
                </a:highlight>
              </a:rPr>
              <a:t>X</a:t>
            </a:r>
            <a:r>
              <a:rPr lang="en-US" sz="1600" dirty="0"/>
              <a:t> laypersons to get the acceptance of differently described material systems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FF6B068D-E960-45B6-84FB-DE95281E550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81341" y="5514354"/>
            <a:ext cx="1510331" cy="890101"/>
          </a:xfrm>
          <a:prstGeom prst="rect">
            <a:avLst/>
          </a:prstGeom>
        </p:spPr>
      </p:pic>
      <p:pic>
        <p:nvPicPr>
          <p:cNvPr id="56" name="Grafik 55">
            <a:extLst>
              <a:ext uri="{FF2B5EF4-FFF2-40B4-BE49-F238E27FC236}">
                <a16:creationId xmlns:a16="http://schemas.microsoft.com/office/drawing/2014/main" id="{FAE7A22C-E4AF-4727-AF46-E16D595124B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32123" y="6665769"/>
            <a:ext cx="1510331" cy="890101"/>
          </a:xfrm>
          <a:prstGeom prst="rect">
            <a:avLst/>
          </a:prstGeom>
        </p:spPr>
      </p:pic>
      <p:sp>
        <p:nvSpPr>
          <p:cNvPr id="57" name="Textfeld 56">
            <a:extLst>
              <a:ext uri="{FF2B5EF4-FFF2-40B4-BE49-F238E27FC236}">
                <a16:creationId xmlns:a16="http://schemas.microsoft.com/office/drawing/2014/main" id="{F07FA37C-31D9-4D57-9710-1D36CDD32C06}"/>
              </a:ext>
            </a:extLst>
          </p:cNvPr>
          <p:cNvSpPr txBox="1"/>
          <p:nvPr/>
        </p:nvSpPr>
        <p:spPr>
          <a:xfrm>
            <a:off x="3398217" y="6435896"/>
            <a:ext cx="24435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Positive description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DC68A128-B75E-407A-B13D-8417408F4062}"/>
              </a:ext>
            </a:extLst>
          </p:cNvPr>
          <p:cNvSpPr txBox="1"/>
          <p:nvPr/>
        </p:nvSpPr>
        <p:spPr>
          <a:xfrm>
            <a:off x="3309153" y="7515607"/>
            <a:ext cx="24435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Negative description</a:t>
            </a:r>
          </a:p>
        </p:txBody>
      </p:sp>
      <p:sp>
        <p:nvSpPr>
          <p:cNvPr id="37" name="TextBox 35">
            <a:extLst>
              <a:ext uri="{FF2B5EF4-FFF2-40B4-BE49-F238E27FC236}">
                <a16:creationId xmlns:a16="http://schemas.microsoft.com/office/drawing/2014/main" id="{8147B784-E847-4865-8C53-347F8F6EC988}"/>
              </a:ext>
            </a:extLst>
          </p:cNvPr>
          <p:cNvSpPr txBox="1"/>
          <p:nvPr/>
        </p:nvSpPr>
        <p:spPr>
          <a:xfrm>
            <a:off x="1334844" y="2157212"/>
            <a:ext cx="6895933" cy="369332"/>
          </a:xfrm>
          <a:prstGeom prst="rect">
            <a:avLst/>
          </a:prstGeom>
          <a:noFill/>
          <a:ln>
            <a:solidFill>
              <a:srgbClr val="859DB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Part II: Cognitive-Affective Maps study</a:t>
            </a:r>
          </a:p>
        </p:txBody>
      </p:sp>
      <p:sp>
        <p:nvSpPr>
          <p:cNvPr id="38" name="TextBox 35">
            <a:extLst>
              <a:ext uri="{FF2B5EF4-FFF2-40B4-BE49-F238E27FC236}">
                <a16:creationId xmlns:a16="http://schemas.microsoft.com/office/drawing/2014/main" id="{94061FB4-EF7F-4A89-BDD8-2A2DA2E1B222}"/>
              </a:ext>
            </a:extLst>
          </p:cNvPr>
          <p:cNvSpPr txBox="1"/>
          <p:nvPr/>
        </p:nvSpPr>
        <p:spPr>
          <a:xfrm>
            <a:off x="1334844" y="5150744"/>
            <a:ext cx="6895933" cy="369332"/>
          </a:xfrm>
          <a:prstGeom prst="rect">
            <a:avLst/>
          </a:prstGeom>
          <a:noFill/>
          <a:ln>
            <a:solidFill>
              <a:srgbClr val="859DB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Part III: use LLMs to create textual descriptions</a:t>
            </a:r>
          </a:p>
        </p:txBody>
      </p:sp>
      <p:sp>
        <p:nvSpPr>
          <p:cNvPr id="39" name="Pfeil: nach rechts 38">
            <a:extLst>
              <a:ext uri="{FF2B5EF4-FFF2-40B4-BE49-F238E27FC236}">
                <a16:creationId xmlns:a16="http://schemas.microsoft.com/office/drawing/2014/main" id="{40A44B92-4F5B-4C9C-B729-9E3593B403D6}"/>
              </a:ext>
            </a:extLst>
          </p:cNvPr>
          <p:cNvSpPr/>
          <p:nvPr/>
        </p:nvSpPr>
        <p:spPr>
          <a:xfrm>
            <a:off x="2089817" y="5862521"/>
            <a:ext cx="1276135" cy="49466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870520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165</Words>
  <Application>Microsoft Office PowerPoint</Application>
  <PresentationFormat>Benutzerdefiniert</PresentationFormat>
  <Paragraphs>15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Yu Gothic</vt:lpstr>
      <vt:lpstr>Arial</vt:lpstr>
      <vt:lpstr>Calibri</vt:lpstr>
      <vt:lpstr>Calibri Light</vt:lpstr>
      <vt:lpstr>Times New Roman</vt:lpstr>
      <vt:lpstr>Office Theme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Jessica Helm</dc:creator>
  <cp:lastModifiedBy>Julius Fenn</cp:lastModifiedBy>
  <cp:revision>37</cp:revision>
  <dcterms:created xsi:type="dcterms:W3CDTF">2022-11-11T07:25:43Z</dcterms:created>
  <dcterms:modified xsi:type="dcterms:W3CDTF">2025-04-03T08:07:19Z</dcterms:modified>
</cp:coreProperties>
</file>